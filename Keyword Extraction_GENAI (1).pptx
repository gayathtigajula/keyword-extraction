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24E4F6-794C-499C-8705-AF67657302F1}" v="10" dt="2025-12-04T16:13:06.3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sh Ganta" userId="ca8ec90676262d21" providerId="LiveId" clId="{A59B5BFF-03B7-4DD0-BD27-AE96455FC940}"/>
    <pc:docChg chg="undo custSel modSld">
      <pc:chgData name="Rajesh Ganta" userId="ca8ec90676262d21" providerId="LiveId" clId="{A59B5BFF-03B7-4DD0-BD27-AE96455FC940}" dt="2025-12-04T16:13:06.378" v="20"/>
      <pc:docMkLst>
        <pc:docMk/>
      </pc:docMkLst>
      <pc:sldChg chg="addSp delSp modSp mod">
        <pc:chgData name="Rajesh Ganta" userId="ca8ec90676262d21" providerId="LiveId" clId="{A59B5BFF-03B7-4DD0-BD27-AE96455FC940}" dt="2025-12-04T16:13:06.378" v="20"/>
        <pc:sldMkLst>
          <pc:docMk/>
          <pc:sldMk cId="883569943" sldId="257"/>
        </pc:sldMkLst>
        <pc:spChg chg="del">
          <ac:chgData name="Rajesh Ganta" userId="ca8ec90676262d21" providerId="LiveId" clId="{A59B5BFF-03B7-4DD0-BD27-AE96455FC940}" dt="2025-12-04T16:10:07.044" v="0"/>
          <ac:spMkLst>
            <pc:docMk/>
            <pc:sldMk cId="883569943" sldId="257"/>
            <ac:spMk id="3" creationId="{C03EE20A-D813-62F5-4ADC-A84062B9A2C7}"/>
          </ac:spMkLst>
        </pc:spChg>
        <pc:spChg chg="add del mod">
          <ac:chgData name="Rajesh Ganta" userId="ca8ec90676262d21" providerId="LiveId" clId="{A59B5BFF-03B7-4DD0-BD27-AE96455FC940}" dt="2025-12-04T16:10:28.024" v="2"/>
          <ac:spMkLst>
            <pc:docMk/>
            <pc:sldMk cId="883569943" sldId="257"/>
            <ac:spMk id="6" creationId="{76489C8A-8BA7-933C-D10F-C7B2390406C9}"/>
          </ac:spMkLst>
        </pc:spChg>
        <pc:graphicFrameChg chg="add del mod">
          <ac:chgData name="Rajesh Ganta" userId="ca8ec90676262d21" providerId="LiveId" clId="{A59B5BFF-03B7-4DD0-BD27-AE96455FC940}" dt="2025-12-04T16:10:23.637" v="1" actId="478"/>
          <ac:graphicFrameMkLst>
            <pc:docMk/>
            <pc:sldMk cId="883569943" sldId="257"/>
            <ac:graphicFrameMk id="4" creationId="{5A633B52-513D-BC00-9743-495936A054D5}"/>
          </ac:graphicFrameMkLst>
        </pc:graphicFrameChg>
        <pc:graphicFrameChg chg="add mod modGraphic">
          <ac:chgData name="Rajesh Ganta" userId="ca8ec90676262d21" providerId="LiveId" clId="{A59B5BFF-03B7-4DD0-BD27-AE96455FC940}" dt="2025-12-04T16:13:06.378" v="20"/>
          <ac:graphicFrameMkLst>
            <pc:docMk/>
            <pc:sldMk cId="883569943" sldId="257"/>
            <ac:graphicFrameMk id="7" creationId="{7FDD8324-E5CD-3810-CF27-71C12920C7EC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E2A7-AF44-0753-A83F-D5047CBAF2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Keyword Extraction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2DAEE-752D-762D-5643-8105DA0DDC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Smart System for Automatic Keyword Identification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5174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34C9A-255B-5D43-339F-BDDC17B85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Group Members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FDD8324-E5CD-3810-CF27-71C12920C7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2086575"/>
              </p:ext>
            </p:extLst>
          </p:nvPr>
        </p:nvGraphicFramePr>
        <p:xfrm>
          <a:off x="2861469" y="3314700"/>
          <a:ext cx="5413375" cy="19939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4390">
                  <a:extLst>
                    <a:ext uri="{9D8B030D-6E8A-4147-A177-3AD203B41FA5}">
                      <a16:colId xmlns:a16="http://schemas.microsoft.com/office/drawing/2014/main" val="3218306981"/>
                    </a:ext>
                  </a:extLst>
                </a:gridCol>
                <a:gridCol w="3308985">
                  <a:extLst>
                    <a:ext uri="{9D8B030D-6E8A-4147-A177-3AD203B41FA5}">
                      <a16:colId xmlns:a16="http://schemas.microsoft.com/office/drawing/2014/main" val="3274323827"/>
                    </a:ext>
                  </a:extLst>
                </a:gridCol>
              </a:tblGrid>
              <a:tr h="3987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</a:rPr>
                        <a:t>AP23110010012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dirty="0" err="1">
                          <a:solidFill>
                            <a:schemeClr val="tx1"/>
                          </a:solidFill>
                          <a:effectLst/>
                        </a:rPr>
                        <a:t>Ganta.Rajesh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757036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</a:rPr>
                        <a:t>AP23110011086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dirty="0" err="1">
                          <a:solidFill>
                            <a:schemeClr val="tx1"/>
                          </a:solidFill>
                          <a:effectLst/>
                        </a:rPr>
                        <a:t>Chekuri.Harshitha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4715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</a:rPr>
                        <a:t>AP23110011210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dirty="0" err="1">
                          <a:solidFill>
                            <a:schemeClr val="tx1"/>
                          </a:solidFill>
                          <a:effectLst/>
                        </a:rPr>
                        <a:t>Paladugu.Sruthi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659283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</a:rPr>
                        <a:t>AP23110010952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dirty="0" err="1">
                          <a:solidFill>
                            <a:schemeClr val="tx1"/>
                          </a:solidFill>
                          <a:effectLst/>
                        </a:rPr>
                        <a:t>Damaracharla.Hitheeswar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619768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</a:rPr>
                        <a:t>AP23110010848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dirty="0" err="1">
                          <a:solidFill>
                            <a:schemeClr val="tx1"/>
                          </a:solidFill>
                          <a:effectLst/>
                        </a:rPr>
                        <a:t>Gajula.Gayathri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576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569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973D8-2135-24E7-0B47-0D71D9AC0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A88CC-5B26-A8A3-3277-A140293BB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Problem Statement</a:t>
            </a:r>
          </a:p>
          <a:p>
            <a:pPr marL="0" indent="0">
              <a:buNone/>
            </a:pPr>
            <a:r>
              <a:rPr lang="en-US" dirty="0"/>
              <a:t>Large documents contain too much text, making it difficult to understand the main topics quickly. Manual keyword extraction is time-consuming, inconsistent, and error-prone.</a:t>
            </a:r>
          </a:p>
          <a:p>
            <a:pPr marL="0" indent="0">
              <a:buNone/>
            </a:pPr>
            <a:r>
              <a:rPr lang="en-US" b="1" dirty="0"/>
              <a:t>Objectives</a:t>
            </a:r>
          </a:p>
          <a:p>
            <a:r>
              <a:rPr lang="en-US" dirty="0"/>
              <a:t>Automatically extract meaningful keywords from any text</a:t>
            </a:r>
          </a:p>
          <a:p>
            <a:r>
              <a:rPr lang="en-US" dirty="0"/>
              <a:t>Improve speed and accuracy of text summarization tasks</a:t>
            </a:r>
          </a:p>
          <a:p>
            <a:r>
              <a:rPr lang="en-US" dirty="0"/>
              <a:t>Build an easy-to-use </a:t>
            </a:r>
            <a:r>
              <a:rPr lang="en-US" dirty="0" err="1"/>
              <a:t>Streamlit</a:t>
            </a:r>
            <a:r>
              <a:rPr lang="en-US" dirty="0"/>
              <a:t> web interface</a:t>
            </a:r>
          </a:p>
          <a:p>
            <a:r>
              <a:rPr lang="en-US" dirty="0"/>
              <a:t>Provide ranked keywords with confidence scores</a:t>
            </a:r>
          </a:p>
          <a:p>
            <a:r>
              <a:rPr lang="en-US" dirty="0"/>
              <a:t>Support multiple extraction techniques for higher accuracy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8818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1EC7A-508D-7D82-D78C-40156CB4F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&amp;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F83A9-00F0-E0D9-E25A-D82C61A46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264" y="2423160"/>
            <a:ext cx="9610344" cy="419709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Proposed Solution</a:t>
            </a:r>
          </a:p>
          <a:p>
            <a:r>
              <a:rPr lang="en-IN" dirty="0"/>
              <a:t>A GenAI-supported NLP system that extracts important keywords using a combination of:</a:t>
            </a:r>
          </a:p>
          <a:p>
            <a:r>
              <a:rPr lang="en-IN" dirty="0"/>
              <a:t>Named Entity Recognition (NER)</a:t>
            </a:r>
          </a:p>
          <a:p>
            <a:r>
              <a:rPr lang="en-IN" dirty="0"/>
              <a:t>Noun Chunk Extraction</a:t>
            </a:r>
          </a:p>
          <a:p>
            <a:r>
              <a:rPr lang="en-IN" dirty="0"/>
              <a:t>TF-IDF Scoring</a:t>
            </a:r>
          </a:p>
          <a:p>
            <a:r>
              <a:rPr lang="en-IN" dirty="0"/>
              <a:t>Weighted Fusion Algorithm</a:t>
            </a:r>
          </a:p>
          <a:p>
            <a:pPr marL="0" indent="0">
              <a:buNone/>
            </a:pPr>
            <a:r>
              <a:rPr lang="en-IN" b="1" dirty="0"/>
              <a:t>Workflow</a:t>
            </a:r>
          </a:p>
          <a:p>
            <a:r>
              <a:rPr lang="en-IN" dirty="0"/>
              <a:t>User enters/pastes text</a:t>
            </a:r>
          </a:p>
          <a:p>
            <a:r>
              <a:rPr lang="en-IN" dirty="0"/>
              <a:t>Text preprocessing &amp; cleaning</a:t>
            </a:r>
          </a:p>
          <a:p>
            <a:r>
              <a:rPr lang="en-IN" dirty="0"/>
              <a:t>NLP pipeline executes (NER, POS, Chunking)</a:t>
            </a:r>
          </a:p>
          <a:p>
            <a:r>
              <a:rPr lang="en-IN" dirty="0"/>
              <a:t>TF-IDF scoring applied</a:t>
            </a:r>
          </a:p>
          <a:p>
            <a:r>
              <a:rPr lang="en-IN" dirty="0"/>
              <a:t>Keywords ranked by combined confidence score</a:t>
            </a:r>
          </a:p>
          <a:p>
            <a:r>
              <a:rPr lang="en-IN" dirty="0"/>
              <a:t>Output displayed + option to export JSON/CSV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6223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72A3F-9165-D081-CA1A-C8D5EFF08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9F882-58F1-EF65-B368-5741F5FD2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22576"/>
            <a:ext cx="10360152" cy="433425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Dataset</a:t>
            </a:r>
          </a:p>
          <a:p>
            <a:r>
              <a:rPr lang="en-IN" dirty="0"/>
              <a:t>No fixed dataset</a:t>
            </a:r>
          </a:p>
          <a:p>
            <a:r>
              <a:rPr lang="en-IN" dirty="0"/>
              <a:t>User-provided text such as:</a:t>
            </a:r>
          </a:p>
          <a:p>
            <a:pPr lvl="1"/>
            <a:r>
              <a:rPr lang="en-IN" dirty="0"/>
              <a:t>News articles</a:t>
            </a:r>
          </a:p>
          <a:p>
            <a:pPr lvl="1"/>
            <a:r>
              <a:rPr lang="en-IN" dirty="0"/>
              <a:t>Research abstracts</a:t>
            </a:r>
          </a:p>
          <a:p>
            <a:pPr lvl="1"/>
            <a:r>
              <a:rPr lang="en-IN" dirty="0"/>
              <a:t>Blogs</a:t>
            </a:r>
          </a:p>
          <a:p>
            <a:pPr lvl="1"/>
            <a:r>
              <a:rPr lang="en-IN" dirty="0"/>
              <a:t>Social media content</a:t>
            </a:r>
          </a:p>
          <a:p>
            <a:pPr lvl="1"/>
            <a:r>
              <a:rPr lang="en-IN" dirty="0"/>
              <a:t>Documentation</a:t>
            </a:r>
          </a:p>
          <a:p>
            <a:pPr marL="0" indent="0">
              <a:buNone/>
            </a:pPr>
            <a:r>
              <a:rPr lang="en-IN" b="1" dirty="0"/>
              <a:t>Methodology</a:t>
            </a:r>
          </a:p>
          <a:p>
            <a:r>
              <a:rPr lang="en-IN" dirty="0"/>
              <a:t>Text Cleaning → Tokenization → Lemmatization</a:t>
            </a:r>
          </a:p>
          <a:p>
            <a:r>
              <a:rPr lang="en-IN" dirty="0"/>
              <a:t>NER model for name-based keywords</a:t>
            </a:r>
          </a:p>
          <a:p>
            <a:r>
              <a:rPr lang="en-IN" dirty="0"/>
              <a:t>Dependency parsing for noun chunks</a:t>
            </a:r>
          </a:p>
          <a:p>
            <a:r>
              <a:rPr lang="en-IN" dirty="0"/>
              <a:t>TF-IDF for statistical importance</a:t>
            </a:r>
          </a:p>
          <a:p>
            <a:r>
              <a:rPr lang="en-IN" dirty="0"/>
              <a:t>Weighted ranking algorithm to merge all scores</a:t>
            </a:r>
          </a:p>
          <a:p>
            <a:r>
              <a:rPr lang="en-IN" dirty="0"/>
              <a:t>Top keywords displayed with confidence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9857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32F9D-A8BE-7B87-F746-8E89850D1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642AD-8EB4-DDD7-9022-750932D7B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Programming &amp; Libraries</a:t>
            </a:r>
          </a:p>
          <a:p>
            <a:r>
              <a:rPr lang="en-IN" dirty="0"/>
              <a:t>Python</a:t>
            </a:r>
          </a:p>
          <a:p>
            <a:r>
              <a:rPr lang="en-IN" dirty="0" err="1"/>
              <a:t>spaCy</a:t>
            </a:r>
            <a:endParaRPr lang="en-IN" dirty="0"/>
          </a:p>
          <a:p>
            <a:r>
              <a:rPr lang="en-IN" dirty="0"/>
              <a:t>NLTK</a:t>
            </a:r>
          </a:p>
          <a:p>
            <a:r>
              <a:rPr lang="en-IN" dirty="0"/>
              <a:t>Scikit-learn</a:t>
            </a:r>
          </a:p>
          <a:p>
            <a:r>
              <a:rPr lang="en-IN" dirty="0"/>
              <a:t>NumPy / Pandas</a:t>
            </a:r>
          </a:p>
          <a:p>
            <a:pPr marL="0" indent="0">
              <a:buNone/>
            </a:pPr>
            <a:r>
              <a:rPr lang="en-IN" b="1" dirty="0"/>
              <a:t>Framework &amp; Tools</a:t>
            </a:r>
          </a:p>
          <a:p>
            <a:r>
              <a:rPr lang="en-IN" dirty="0" err="1"/>
              <a:t>Streamlit</a:t>
            </a:r>
            <a:r>
              <a:rPr lang="en-IN" dirty="0"/>
              <a:t> (UI)</a:t>
            </a:r>
          </a:p>
          <a:p>
            <a:r>
              <a:rPr lang="en-IN" dirty="0"/>
              <a:t>Regex-based preprocessing</a:t>
            </a:r>
          </a:p>
          <a:p>
            <a:r>
              <a:rPr lang="en-IN" dirty="0"/>
              <a:t>TF-IDF Vectorizer</a:t>
            </a:r>
          </a:p>
          <a:p>
            <a:r>
              <a:rPr lang="en-IN" dirty="0"/>
              <a:t>Pretrained NLP Models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557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A413D-896E-6CC2-D668-FED5B388F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C72D-3FF7-AA45-4E3E-5307F365A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Results</a:t>
            </a:r>
          </a:p>
          <a:p>
            <a:r>
              <a:rPr lang="en-US" dirty="0"/>
              <a:t>Extracted keywords are highly relevant and context-focused</a:t>
            </a:r>
          </a:p>
          <a:p>
            <a:r>
              <a:rPr lang="en-US" dirty="0"/>
              <a:t>Average extraction time: </a:t>
            </a:r>
            <a:r>
              <a:rPr lang="en-US" b="1" dirty="0"/>
              <a:t>1–2 seconds</a:t>
            </a:r>
            <a:endParaRPr lang="en-US" dirty="0"/>
          </a:p>
          <a:p>
            <a:r>
              <a:rPr lang="en-US" dirty="0"/>
              <a:t>Works well for long and complex text</a:t>
            </a:r>
          </a:p>
          <a:p>
            <a:r>
              <a:rPr lang="en-US" dirty="0"/>
              <a:t>Produces clean, ranked keyword lists</a:t>
            </a:r>
          </a:p>
          <a:p>
            <a:pPr marL="0" indent="0">
              <a:buNone/>
            </a:pPr>
            <a:r>
              <a:rPr lang="en-US" b="1" dirty="0"/>
              <a:t>Findings</a:t>
            </a:r>
          </a:p>
          <a:p>
            <a:r>
              <a:rPr lang="en-US" dirty="0"/>
              <a:t>Combined NER + TF-IDF gives the best accuracy</a:t>
            </a:r>
          </a:p>
          <a:p>
            <a:r>
              <a:rPr lang="en-US" dirty="0"/>
              <a:t>Noun chunks improve phrase-level keyword quality</a:t>
            </a:r>
          </a:p>
          <a:p>
            <a:r>
              <a:rPr lang="en-US" dirty="0"/>
              <a:t>Confidence scoring increases interpretability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4016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FD9AB-CD4E-2382-B6F1-D05AD8E4F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B0366-5E4D-E6C2-415F-9DCB6742A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Conclusion</a:t>
            </a:r>
          </a:p>
          <a:p>
            <a:r>
              <a:rPr lang="en-US" dirty="0"/>
              <a:t>The project successfully extracts high-quality keywords using GenAI and NLP techniques.</a:t>
            </a:r>
            <a:br>
              <a:rPr lang="en-US" dirty="0"/>
            </a:br>
            <a:r>
              <a:rPr lang="en-US" dirty="0"/>
              <a:t>The system is fast, accurate, user-friendly, and suitable for academic and industrial applications.</a:t>
            </a:r>
          </a:p>
          <a:p>
            <a:pPr marL="0" indent="0">
              <a:buNone/>
            </a:pPr>
            <a:r>
              <a:rPr lang="en-US" b="1" dirty="0"/>
              <a:t>Future Scope</a:t>
            </a:r>
          </a:p>
          <a:p>
            <a:r>
              <a:rPr lang="en-US" dirty="0"/>
              <a:t>Multi-language keyword extraction</a:t>
            </a:r>
          </a:p>
          <a:p>
            <a:r>
              <a:rPr lang="en-US" dirty="0"/>
              <a:t>Topic modeling and semantic clustering</a:t>
            </a:r>
          </a:p>
          <a:p>
            <a:r>
              <a:rPr lang="en-US" dirty="0"/>
              <a:t>Integration with document summarizers</a:t>
            </a:r>
          </a:p>
          <a:p>
            <a:r>
              <a:rPr lang="en-US" dirty="0"/>
              <a:t>Chrome extension for web text extraction</a:t>
            </a:r>
          </a:p>
          <a:p>
            <a:r>
              <a:rPr lang="en-US" dirty="0"/>
              <a:t>API-based full automation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58039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13</TotalTime>
  <Words>358</Words>
  <Application>Microsoft Office PowerPoint</Application>
  <PresentationFormat>Widescreen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Gothic</vt:lpstr>
      <vt:lpstr>Wingdings 3</vt:lpstr>
      <vt:lpstr>Ion Boardroom</vt:lpstr>
      <vt:lpstr>Keyword Extraction</vt:lpstr>
      <vt:lpstr>Group Members</vt:lpstr>
      <vt:lpstr>Problem Statement &amp; Objectives</vt:lpstr>
      <vt:lpstr>Proposed Solution &amp; Workflow</vt:lpstr>
      <vt:lpstr>Dataset &amp; Methodology</vt:lpstr>
      <vt:lpstr>Technologies Used</vt:lpstr>
      <vt:lpstr>Results &amp; Findings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Ganta</dc:creator>
  <cp:lastModifiedBy>Rajesh Ganta</cp:lastModifiedBy>
  <cp:revision>1</cp:revision>
  <dcterms:created xsi:type="dcterms:W3CDTF">2025-12-04T15:59:12Z</dcterms:created>
  <dcterms:modified xsi:type="dcterms:W3CDTF">2025-12-04T16:13:11Z</dcterms:modified>
</cp:coreProperties>
</file>